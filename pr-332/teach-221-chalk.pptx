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800" y="1955800"/>
            <a:ext cx="4305300" cy="3014604"/>
          </a:xfrm>
          <a:custGeom>
            <a:avLst/>
            <a:gdLst/>
            <a:ahLst/>
            <a:cxnLst/>
            <a:rect l="l" t="t" r="r" b="b"/>
            <a:pathLst>
              <a:path w="4305300" h="3014604">
                <a:moveTo>
                  <a:pt x="4305300" y="3014604"/>
                </a:moveTo>
                <a:lnTo>
                  <a:pt x="0" y="0"/>
                </a:lnTo>
                <a:lnTo>
                  <a:pt x="0" y="3014604"/>
                </a:lnTo>
                <a:close/>
              </a:path>
            </a:pathLst>
          </a:cu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193800" y="469100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279400"/>
                </a:moveTo>
                <a:lnTo>
                  <a:pt x="279400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5168900" y="4781009"/>
            <a:ext cx="59716" cy="189395"/>
          </a:xfrm>
          <a:custGeom>
            <a:avLst/>
            <a:gdLst/>
            <a:ahLst/>
            <a:cxnLst/>
            <a:rect l="l" t="t" r="r" b="b"/>
            <a:pathLst>
              <a:path w="59716" h="189395">
                <a:moveTo>
                  <a:pt x="59716" y="0"/>
                </a:moveTo>
                <a:cubicBezTo>
                  <a:pt x="55439" y="7225"/>
                  <a:pt x="41458" y="28334"/>
                  <a:pt x="34053" y="43351"/>
                </a:cubicBezTo>
                <a:cubicBezTo>
                  <a:pt x="26647" y="58368"/>
                  <a:pt x="20318" y="74133"/>
                  <a:pt x="15283" y="90102"/>
                </a:cubicBezTo>
                <a:cubicBezTo>
                  <a:pt x="10248" y="106071"/>
                  <a:pt x="6390" y="122615"/>
                  <a:pt x="3843" y="139164"/>
                </a:cubicBezTo>
                <a:cubicBezTo>
                  <a:pt x="1296" y="155713"/>
                  <a:pt x="641" y="181023"/>
                  <a:pt x="0" y="189395"/>
                </a:cubicBez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02396" y="4811726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78915" y="1414568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99104" y="4965050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87400" y="3221802"/>
            <a:ext cx="279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204578" y="2726123"/>
            <a:ext cx="977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 cm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57988" y="4235200"/>
            <a:ext cx="7493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35°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10300" y="1244600"/>
            <a:ext cx="524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0300" y="1676400"/>
            <a:ext cx="5245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Find the opposite side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10300" y="3022600"/>
            <a:ext cx="5245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hypotenuse is 10 cm and the angle at A is 35°. Use sin 35°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500" y="2794000"/>
            <a:ext cx="4305300" cy="1197225"/>
          </a:xfrm>
          <a:custGeom>
            <a:avLst/>
            <a:gdLst/>
            <a:ahLst/>
            <a:cxnLst/>
            <a:rect l="l" t="t" r="r" b="b"/>
            <a:pathLst>
              <a:path w="4305300" h="1197225">
                <a:moveTo>
                  <a:pt x="0" y="1197225"/>
                </a:moveTo>
                <a:lnTo>
                  <a:pt x="4305300" y="1197225"/>
                </a:lnTo>
                <a:lnTo>
                  <a:pt x="2626628" y="0"/>
                </a:lnTo>
                <a:close/>
              </a:path>
            </a:pathLst>
          </a:cu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3532667" y="2930951"/>
            <a:ext cx="569294" cy="192230"/>
          </a:xfrm>
          <a:custGeom>
            <a:avLst/>
            <a:gdLst/>
            <a:ahLst/>
            <a:cxnLst/>
            <a:rect l="l" t="t" r="r" b="b"/>
            <a:pathLst>
              <a:path w="569294" h="192230">
                <a:moveTo>
                  <a:pt x="0" y="0"/>
                </a:moveTo>
                <a:cubicBezTo>
                  <a:pt x="9449" y="16698"/>
                  <a:pt x="18897" y="36015"/>
                  <a:pt x="28346" y="50094"/>
                </a:cubicBezTo>
                <a:cubicBezTo>
                  <a:pt x="40551" y="68280"/>
                  <a:pt x="52755" y="81891"/>
                  <a:pt x="64960" y="94504"/>
                </a:cubicBezTo>
                <a:cubicBezTo>
                  <a:pt x="79550" y="109582"/>
                  <a:pt x="94140" y="121356"/>
                  <a:pt x="108729" y="131882"/>
                </a:cubicBezTo>
                <a:cubicBezTo>
                  <a:pt x="125261" y="143809"/>
                  <a:pt x="141793" y="153134"/>
                  <a:pt x="158325" y="161092"/>
                </a:cubicBezTo>
                <a:cubicBezTo>
                  <a:pt x="176296" y="169743"/>
                  <a:pt x="194267" y="176222"/>
                  <a:pt x="212239" y="181246"/>
                </a:cubicBezTo>
                <a:cubicBezTo>
                  <a:pt x="231103" y="186519"/>
                  <a:pt x="249968" y="191241"/>
                  <a:pt x="268833" y="191731"/>
                </a:cubicBezTo>
                <a:cubicBezTo>
                  <a:pt x="288018" y="192230"/>
                  <a:pt x="307203" y="192230"/>
                  <a:pt x="326389" y="192230"/>
                </a:cubicBezTo>
                <a:cubicBezTo>
                  <a:pt x="345311" y="192230"/>
                  <a:pt x="364234" y="187661"/>
                  <a:pt x="383156" y="182726"/>
                </a:cubicBezTo>
                <a:cubicBezTo>
                  <a:pt x="401241" y="178010"/>
                  <a:pt x="419326" y="171829"/>
                  <a:pt x="437411" y="163510"/>
                </a:cubicBezTo>
                <a:cubicBezTo>
                  <a:pt x="454109" y="155828"/>
                  <a:pt x="470807" y="146771"/>
                  <a:pt x="487505" y="135164"/>
                </a:cubicBezTo>
                <a:cubicBezTo>
                  <a:pt x="502309" y="124873"/>
                  <a:pt x="517112" y="113320"/>
                  <a:pt x="531916" y="98550"/>
                </a:cubicBezTo>
                <a:cubicBezTo>
                  <a:pt x="544375" y="86119"/>
                  <a:pt x="556834" y="69370"/>
                  <a:pt x="569294" y="54780"/>
                </a:cubicBez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796466" y="3804492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615486" y="3833922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03706" y="2247912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90899" y="2695850"/>
            <a:ext cx="81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5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07209" y="2684981"/>
            <a:ext cx="800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7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219450" y="4118225"/>
            <a:ext cx="279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12234" y="3214625"/>
            <a:ext cx="914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120°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10300" y="1244600"/>
            <a:ext cx="524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0300" y="1676400"/>
            <a:ext cx="52451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Two sides and the angle between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10300" y="3022600"/>
            <a:ext cx="5245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the cosine rule to find x, the side opposite the 120° angle.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500" y="1866900"/>
            <a:ext cx="4292600" cy="2984510"/>
          </a:xfrm>
          <a:custGeom>
            <a:avLst/>
            <a:gdLst/>
            <a:ahLst/>
            <a:cxnLst/>
            <a:rect l="l" t="t" r="r" b="b"/>
            <a:pathLst>
              <a:path w="4292600" h="2984510">
                <a:moveTo>
                  <a:pt x="1207294" y="0"/>
                </a:moveTo>
                <a:lnTo>
                  <a:pt x="0" y="2984510"/>
                </a:lnTo>
                <a:lnTo>
                  <a:pt x="4292600" y="2984510"/>
                </a:lnTo>
                <a:close/>
              </a:path>
            </a:pathLst>
          </a:cu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289969" y="2096478"/>
            <a:ext cx="361156" cy="100282"/>
          </a:xfrm>
          <a:custGeom>
            <a:avLst/>
            <a:gdLst/>
            <a:ahLst/>
            <a:cxnLst/>
            <a:rect l="l" t="t" r="r" b="b"/>
            <a:pathLst>
              <a:path w="361156" h="100282">
                <a:moveTo>
                  <a:pt x="0" y="76526"/>
                </a:moveTo>
                <a:cubicBezTo>
                  <a:pt x="17802" y="82026"/>
                  <a:pt x="35604" y="89111"/>
                  <a:pt x="53406" y="93026"/>
                </a:cubicBezTo>
                <a:cubicBezTo>
                  <a:pt x="71881" y="97089"/>
                  <a:pt x="90356" y="100282"/>
                  <a:pt x="108831" y="100282"/>
                </a:cubicBezTo>
                <a:cubicBezTo>
                  <a:pt x="127449" y="100282"/>
                  <a:pt x="146067" y="100282"/>
                  <a:pt x="164685" y="98085"/>
                </a:cubicBezTo>
                <a:cubicBezTo>
                  <a:pt x="182912" y="95933"/>
                  <a:pt x="201140" y="92051"/>
                  <a:pt x="219368" y="86498"/>
                </a:cubicBezTo>
                <a:cubicBezTo>
                  <a:pt x="236683" y="81222"/>
                  <a:pt x="253998" y="74575"/>
                  <a:pt x="271313" y="65853"/>
                </a:cubicBezTo>
                <a:cubicBezTo>
                  <a:pt x="287219" y="57841"/>
                  <a:pt x="303125" y="48531"/>
                  <a:pt x="319032" y="36742"/>
                </a:cubicBezTo>
                <a:cubicBezTo>
                  <a:pt x="333073" y="26336"/>
                  <a:pt x="347115" y="12247"/>
                  <a:pt x="361156" y="0"/>
                </a:cubicBez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270919" y="2131797"/>
            <a:ext cx="416719" cy="115710"/>
          </a:xfrm>
          <a:custGeom>
            <a:avLst/>
            <a:gdLst/>
            <a:ahLst/>
            <a:cxnLst/>
            <a:rect l="l" t="t" r="r" b="b"/>
            <a:pathLst>
              <a:path w="416719" h="115710">
                <a:moveTo>
                  <a:pt x="0" y="88299"/>
                </a:moveTo>
                <a:cubicBezTo>
                  <a:pt x="20541" y="94645"/>
                  <a:pt x="41082" y="102820"/>
                  <a:pt x="61623" y="107338"/>
                </a:cubicBezTo>
                <a:cubicBezTo>
                  <a:pt x="82940" y="112026"/>
                  <a:pt x="104257" y="115710"/>
                  <a:pt x="125574" y="115710"/>
                </a:cubicBezTo>
                <a:cubicBezTo>
                  <a:pt x="147056" y="115710"/>
                  <a:pt x="168538" y="115710"/>
                  <a:pt x="190021" y="113174"/>
                </a:cubicBezTo>
                <a:cubicBezTo>
                  <a:pt x="211053" y="110692"/>
                  <a:pt x="232085" y="106213"/>
                  <a:pt x="253117" y="99805"/>
                </a:cubicBezTo>
                <a:cubicBezTo>
                  <a:pt x="273096" y="93718"/>
                  <a:pt x="293074" y="86048"/>
                  <a:pt x="313053" y="75984"/>
                </a:cubicBezTo>
                <a:cubicBezTo>
                  <a:pt x="331407" y="66739"/>
                  <a:pt x="349760" y="55998"/>
                  <a:pt x="368113" y="42395"/>
                </a:cubicBezTo>
                <a:cubicBezTo>
                  <a:pt x="384315" y="30387"/>
                  <a:pt x="400517" y="14132"/>
                  <a:pt x="416719" y="0"/>
                </a:cubicBez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30325" y="4545306"/>
            <a:ext cx="206375" cy="306104"/>
          </a:xfrm>
          <a:custGeom>
            <a:avLst/>
            <a:gdLst/>
            <a:ahLst/>
            <a:cxnLst/>
            <a:rect l="l" t="t" r="r" b="b"/>
            <a:pathLst>
              <a:path w="206375" h="306104">
                <a:moveTo>
                  <a:pt x="206375" y="306104"/>
                </a:moveTo>
                <a:cubicBezTo>
                  <a:pt x="205586" y="296821"/>
                  <a:pt x="204775" y="268707"/>
                  <a:pt x="201644" y="250407"/>
                </a:cubicBezTo>
                <a:cubicBezTo>
                  <a:pt x="198512" y="232107"/>
                  <a:pt x="193759" y="213816"/>
                  <a:pt x="187586" y="196306"/>
                </a:cubicBezTo>
                <a:cubicBezTo>
                  <a:pt x="181412" y="178797"/>
                  <a:pt x="173642" y="161569"/>
                  <a:pt x="164604" y="145352"/>
                </a:cubicBezTo>
                <a:cubicBezTo>
                  <a:pt x="155565" y="129135"/>
                  <a:pt x="145000" y="113465"/>
                  <a:pt x="133356" y="99005"/>
                </a:cubicBezTo>
                <a:cubicBezTo>
                  <a:pt x="121712" y="84545"/>
                  <a:pt x="108655" y="70881"/>
                  <a:pt x="94739" y="58592"/>
                </a:cubicBezTo>
                <a:cubicBezTo>
                  <a:pt x="80822" y="46303"/>
                  <a:pt x="65648" y="35038"/>
                  <a:pt x="49858" y="25272"/>
                </a:cubicBezTo>
                <a:cubicBezTo>
                  <a:pt x="34068" y="15507"/>
                  <a:pt x="8310" y="4212"/>
                  <a:pt x="0" y="0"/>
                </a:cubicBez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49375" y="4498214"/>
            <a:ext cx="238125" cy="353196"/>
          </a:xfrm>
          <a:custGeom>
            <a:avLst/>
            <a:gdLst/>
            <a:ahLst/>
            <a:cxnLst/>
            <a:rect l="l" t="t" r="r" b="b"/>
            <a:pathLst>
              <a:path w="238125" h="353196">
                <a:moveTo>
                  <a:pt x="238125" y="353196"/>
                </a:moveTo>
                <a:cubicBezTo>
                  <a:pt x="237215" y="342486"/>
                  <a:pt x="236279" y="310046"/>
                  <a:pt x="232666" y="288931"/>
                </a:cubicBezTo>
                <a:cubicBezTo>
                  <a:pt x="229053" y="267816"/>
                  <a:pt x="223568" y="246710"/>
                  <a:pt x="216445" y="226507"/>
                </a:cubicBezTo>
                <a:cubicBezTo>
                  <a:pt x="209322" y="206305"/>
                  <a:pt x="200356" y="186426"/>
                  <a:pt x="189927" y="167714"/>
                </a:cubicBezTo>
                <a:cubicBezTo>
                  <a:pt x="179498" y="149002"/>
                  <a:pt x="167308" y="130921"/>
                  <a:pt x="153872" y="114236"/>
                </a:cubicBezTo>
                <a:cubicBezTo>
                  <a:pt x="140437" y="97552"/>
                  <a:pt x="125371" y="81786"/>
                  <a:pt x="109314" y="67606"/>
                </a:cubicBezTo>
                <a:cubicBezTo>
                  <a:pt x="93257" y="53427"/>
                  <a:pt x="75747" y="40428"/>
                  <a:pt x="57528" y="29160"/>
                </a:cubicBezTo>
                <a:cubicBezTo>
                  <a:pt x="39309" y="17893"/>
                  <a:pt x="9588" y="4860"/>
                  <a:pt x="0" y="0"/>
                </a:cubicBez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68900" y="4621832"/>
            <a:ext cx="92869" cy="229578"/>
          </a:xfrm>
          <a:custGeom>
            <a:avLst/>
            <a:gdLst/>
            <a:ahLst/>
            <a:cxnLst/>
            <a:rect l="l" t="t" r="r" b="b"/>
            <a:pathLst>
              <a:path w="92869" h="229578">
                <a:moveTo>
                  <a:pt x="92869" y="0"/>
                </a:moveTo>
                <a:cubicBezTo>
                  <a:pt x="87475" y="6509"/>
                  <a:pt x="70234" y="25288"/>
                  <a:pt x="60508" y="39057"/>
                </a:cubicBezTo>
                <a:cubicBezTo>
                  <a:pt x="50782" y="52825"/>
                  <a:pt x="42014" y="67513"/>
                  <a:pt x="34511" y="82609"/>
                </a:cubicBezTo>
                <a:cubicBezTo>
                  <a:pt x="27008" y="97704"/>
                  <a:pt x="20593" y="113562"/>
                  <a:pt x="15490" y="129628"/>
                </a:cubicBezTo>
                <a:cubicBezTo>
                  <a:pt x="10388" y="145695"/>
                  <a:pt x="6477" y="162348"/>
                  <a:pt x="3896" y="179006"/>
                </a:cubicBezTo>
                <a:cubicBezTo>
                  <a:pt x="1314" y="195665"/>
                  <a:pt x="649" y="221149"/>
                  <a:pt x="0" y="229578"/>
                </a:cubicBezTo>
              </a:path>
            </a:pathLst>
          </a:cu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352800" y="4775210"/>
            <a:ext cx="127" cy="152400"/>
          </a:xfrm>
          <a:prstGeom prst="line">
            <a:avLst/>
          </a:pr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3903467" y="3304386"/>
            <a:ext cx="105959" cy="109538"/>
          </a:xfrm>
          <a:prstGeom prst="line">
            <a:avLst/>
          </a:pr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2188760" y="1312779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84643" y="4787497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607753" y="4718280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946400" y="5054610"/>
            <a:ext cx="81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8 cm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008362" y="2644061"/>
            <a:ext cx="81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8 cm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2881" y="2895019"/>
            <a:ext cx="81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6 cm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470783" y="4250647"/>
            <a:ext cx="279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10300" y="1244600"/>
            <a:ext cx="524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10300" y="1676400"/>
            <a:ext cx="5245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 isosceles triangle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6210300" y="3022600"/>
            <a:ext cx="5245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Two sides are equal, so the angles at A and B are equal. Find x, the angle at C.</a:t>
            </a:r>
            <a:endParaRPr lang="en-US" sz="2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95600" y="1143000"/>
            <a:ext cx="1689100" cy="1013249"/>
          </a:xfrm>
          <a:custGeom>
            <a:avLst/>
            <a:gdLst/>
            <a:ahLst/>
            <a:cxnLst/>
            <a:rect l="l" t="t" r="r" b="b"/>
            <a:pathLst>
              <a:path w="1689100" h="1013249">
                <a:moveTo>
                  <a:pt x="0" y="1013249"/>
                </a:moveTo>
                <a:lnTo>
                  <a:pt x="1689100" y="1013249"/>
                </a:lnTo>
                <a:lnTo>
                  <a:pt x="1034143" y="0"/>
                </a:lnTo>
                <a:close/>
              </a:path>
            </a:pathLst>
          </a:cu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108200" y="3619500"/>
            <a:ext cx="3378200" cy="2026498"/>
          </a:xfrm>
          <a:custGeom>
            <a:avLst/>
            <a:gdLst/>
            <a:ahLst/>
            <a:cxnLst/>
            <a:rect l="l" t="t" r="r" b="b"/>
            <a:pathLst>
              <a:path w="3378200" h="2026498">
                <a:moveTo>
                  <a:pt x="0" y="2026498"/>
                </a:moveTo>
                <a:lnTo>
                  <a:pt x="3378200" y="2026498"/>
                </a:lnTo>
                <a:lnTo>
                  <a:pt x="2068286" y="0"/>
                </a:lnTo>
                <a:close/>
              </a:path>
            </a:pathLst>
          </a:cu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2469309" y="2024172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694357" y="2061051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805096" y="595408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354126" y="1082992"/>
            <a:ext cx="81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5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597712" y="991340"/>
            <a:ext cx="812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6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40100" y="2283249"/>
            <a:ext cx="8001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7 cm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93702" y="5511699"/>
            <a:ext cx="304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593154" y="5556133"/>
            <a:ext cx="342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051838" y="3071908"/>
            <a:ext cx="317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904020" y="4028482"/>
            <a:ext cx="977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 cm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5772998"/>
            <a:ext cx="279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124700" y="977900"/>
            <a:ext cx="433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DIAGRAM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24700" y="1409700"/>
            <a:ext cx="4330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Similar triangles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124700" y="2755900"/>
            <a:ext cx="43307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Triangle PQR is an enlargement of ABC with scale factor 2. Find y.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Triangles</dc:title>
  <dc:subject/>
  <dc:creator>Teaching Journey</dc:creator>
  <cp:lastModifiedBy>Teaching Journey</cp:lastModifiedBy>
  <cp:revision>1</cp:revision>
  <dcterms:created xsi:type="dcterms:W3CDTF">2026-09-27T01:04:51Z</dcterms:created>
  <dcterms:modified xsi:type="dcterms:W3CDTF">2026-09-27T01:04:51Z</dcterms:modified>
</cp:coreProperties>
</file>