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100" b="1" spc="-41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did Rome invade?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A94A1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6600" y="1511300"/>
            <a:ext cx="51181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Tin and silver paid for soldiers.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337300" y="1511300"/>
            <a:ext cx="5118100" cy="4800600"/>
          </a:xfrm>
          <a:prstGeom prst="roundRect">
            <a:avLst>
              <a:gd name="adj" fmla="val 3704"/>
            </a:avLst>
          </a:prstGeom>
          <a:solidFill>
            <a:srgbClr val="F2E3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9900" y="2667000"/>
            <a:ext cx="4152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A94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KEY IDEA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19900" y="3124200"/>
            <a:ext cx="415290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Rome wanted Britain for its metals, grain and slaves.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100" b="1" spc="-41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water cycle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A94A1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6600" y="1511300"/>
            <a:ext cx="51181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sun heats the sea and water evaporates.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337300" y="1511300"/>
            <a:ext cx="5118100" cy="4800600"/>
          </a:xfrm>
          <a:prstGeom prst="roundRect">
            <a:avLst>
              <a:gd name="adj" fmla="val 3704"/>
            </a:avLst>
          </a:prstGeom>
          <a:solidFill>
            <a:srgbClr val="F2E3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9900" y="2667000"/>
            <a:ext cx="4152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A94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KEY IDEA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19900" y="3124200"/>
            <a:ext cx="415290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 moves between the sea, the air and the land in a loop.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905000"/>
            <a:ext cx="9753600" cy="2286000"/>
          </a:xfrm>
          <a:prstGeom prst="roundRect">
            <a:avLst>
              <a:gd name="adj" fmla="val 7778"/>
            </a:avLst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4000" y="2540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FFFBF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White words on the accent card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TEACH-14 chalk</dc:title>
  <dc:subject/>
  <dc:creator>DayBack</dc:creator>
  <cp:lastModifiedBy>DayBack</cp:lastModifiedBy>
  <cp:revision>1</cp:revision>
  <dcterms:created xsi:type="dcterms:W3CDTF">2026-10-02T13:59:06Z</dcterms:created>
  <dcterms:modified xsi:type="dcterms:W3CDTF">2026-10-02T13:59:06Z</dcterms:modified>
</cp:coreProperties>
</file>