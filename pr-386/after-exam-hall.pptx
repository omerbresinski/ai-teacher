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6600" y="546100"/>
            <a:ext cx="107188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900" b="1" spc="-39" kern="0" dirty="0">
                <a:solidFill>
                  <a:srgbClr val="1114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Why did Rome invade?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6600" y="1422400"/>
            <a:ext cx="5118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800" dirty="0">
                <a:solidFill>
                  <a:srgbClr val="1114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Tin and silver paid for soldiers.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337300" y="1422400"/>
            <a:ext cx="5118100" cy="4889500"/>
          </a:xfrm>
          <a:prstGeom prst="roundRect">
            <a:avLst>
              <a:gd name="adj" fmla="val 1039"/>
            </a:avLst>
          </a:prstGeom>
          <a:solidFill>
            <a:srgbClr val="E4E7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19900" y="2844800"/>
            <a:ext cx="415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spc="128" kern="0" dirty="0">
                <a:solidFill>
                  <a:srgbClr val="1B3A8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KEY IDEA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19900" y="3276600"/>
            <a:ext cx="4152900" cy="153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100" b="1" dirty="0">
                <a:solidFill>
                  <a:srgbClr val="1114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Rome wanted Britain for its metals, grain and slaves.</a:t>
            </a:r>
            <a:endParaRPr lang="en-US" sz="3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6600" y="546100"/>
            <a:ext cx="107188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900" b="1" spc="-39" kern="0" dirty="0">
                <a:solidFill>
                  <a:srgbClr val="1114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water cycle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6600" y="1422400"/>
            <a:ext cx="5118100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800" dirty="0">
                <a:solidFill>
                  <a:srgbClr val="1114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sun heats the sea and water evaporates.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337300" y="1422400"/>
            <a:ext cx="5118100" cy="4889500"/>
          </a:xfrm>
          <a:prstGeom prst="roundRect">
            <a:avLst>
              <a:gd name="adj" fmla="val 1039"/>
            </a:avLst>
          </a:prstGeom>
          <a:solidFill>
            <a:srgbClr val="E4E7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19900" y="2844800"/>
            <a:ext cx="415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spc="128" kern="0" dirty="0">
                <a:solidFill>
                  <a:srgbClr val="1B3A8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KEY IDEA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19900" y="3276600"/>
            <a:ext cx="4152900" cy="153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100" b="1" dirty="0">
                <a:solidFill>
                  <a:srgbClr val="1114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Water moves between the sea, the air and the land in a loop.</a:t>
            </a:r>
            <a:endParaRPr lang="en-US" sz="3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" y="1905000"/>
            <a:ext cx="9753600" cy="2286000"/>
          </a:xfrm>
          <a:prstGeom prst="roundRect">
            <a:avLst>
              <a:gd name="adj" fmla="val 2222"/>
            </a:avLst>
          </a:prstGeom>
          <a:solidFill>
            <a:srgbClr val="1B3A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524000" y="2540000"/>
            <a:ext cx="914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3400" b="1" spc="-34" kern="0" dirty="0">
                <a:solidFill>
                  <a:srgbClr val="F3F5F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White words on the accent card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TEACH-14 exam-hall</dc:title>
  <dc:subject/>
  <dc:creator>DayBack</dc:creator>
  <cp:lastModifiedBy>DayBack</cp:lastModifiedBy>
  <cp:revision>1</cp:revision>
  <dcterms:created xsi:type="dcterms:W3CDTF">2026-10-02T13:59:13Z</dcterms:created>
  <dcterms:modified xsi:type="dcterms:W3CDTF">2026-10-02T13:59:13Z</dcterms:modified>
</cp:coreProperties>
</file>