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6600" y="762000"/>
            <a:ext cx="10718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spc="144" kern="0" dirty="0">
                <a:solidFill>
                  <a:srgbClr val="7A665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FIGURE LABELS: SMALL, SMALL BOLD, HEADING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736600" y="1524000"/>
            <a:ext cx="10718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600" dirty="0">
                <a:solidFill>
                  <a:srgbClr val="3326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A⃗B⃗   x²   10⁻³   x₁   √3   √(x+1)   20π   40°   A′   B″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36600" y="2286000"/>
            <a:ext cx="10718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600" b="1" dirty="0">
                <a:solidFill>
                  <a:srgbClr val="3326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A⃗B⃗   x²   10⁻³   x₁   √3   √(x+1)   20π   40°   A′   B″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36600" y="3175000"/>
            <a:ext cx="1071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3800" b="1" spc="-57" kern="0" dirty="0">
                <a:solidFill>
                  <a:srgbClr val="33261D"/>
                </a:solidFill>
                <a:latin typeface="Gabarito" pitchFamily="34" charset="0"/>
                <a:ea typeface="Gabarito" pitchFamily="34" charset="-122"/>
                <a:cs typeface="Gabarito" pitchFamily="34" charset="-120"/>
              </a:rPr>
              <a:t>A⃗B⃗   x²   10⁻³   x₁   √3   √(x+1)   20π   40°   A′   B″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736600" y="4572000"/>
            <a:ext cx="10718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3800" b="1" spc="-57" kern="0" dirty="0">
                <a:solidFill>
                  <a:srgbClr val="33261D"/>
                </a:solidFill>
                <a:latin typeface="Gabarito" pitchFamily="34" charset="0"/>
                <a:ea typeface="Gabarito" pitchFamily="34" charset="-122"/>
                <a:cs typeface="Gabarito" pitchFamily="34" charset="-120"/>
              </a:rPr>
              <a:t>Vector A⃗B⃗ and its reverse B⃗A⃗</a:t>
            </a:r>
            <a:endParaRPr lang="en-US" sz="3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Unicode figure labels</dc:title>
  <dc:subject/>
  <dc:creator>Teaching Journey</dc:creator>
  <cp:lastModifiedBy>Teaching Journey</cp:lastModifiedBy>
  <cp:revision>1</cp:revision>
  <dcterms:created xsi:type="dcterms:W3CDTF">2026-09-27T00:20:28Z</dcterms:created>
  <dcterms:modified xsi:type="dcterms:W3CDTF">2026-09-27T00:20:28Z</dcterms:modified>
</cp:coreProperties>
</file>