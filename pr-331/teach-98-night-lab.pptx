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93900" y="609600"/>
            <a:ext cx="3784600" cy="5041900"/>
          </a:xfrm>
          <a:custGeom>
            <a:avLst/>
            <a:gdLst/>
            <a:ahLst/>
            <a:cxnLst/>
            <a:rect l="l" t="t" r="r" b="b"/>
            <a:pathLst>
              <a:path w="3784600" h="5041900">
                <a:moveTo>
                  <a:pt x="0" y="5041900"/>
                </a:moveTo>
                <a:lnTo>
                  <a:pt x="3784600" y="50419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993900" y="534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3441700" y="5803900"/>
            <a:ext cx="88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 cm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39800" y="2908300"/>
            <a:ext cx="90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 cm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025900" y="26035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0300" y="1752600"/>
            <a:ext cx="5245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 the hypotenuse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210300" y="3098800"/>
            <a:ext cx="52451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two shorter sides meet at a right angle. They are 3 cm and 4 cm long. Use Pythagoras' theorem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51100" y="609600"/>
            <a:ext cx="3784600" cy="5041900"/>
          </a:xfrm>
          <a:custGeom>
            <a:avLst/>
            <a:gdLst/>
            <a:ahLst/>
            <a:cxnLst/>
            <a:rect l="l" t="t" r="r" b="b"/>
            <a:pathLst>
              <a:path w="3784600" h="5041900">
                <a:moveTo>
                  <a:pt x="0" y="5041900"/>
                </a:moveTo>
                <a:lnTo>
                  <a:pt x="3784600" y="50419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451100" y="534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3898900" y="5803900"/>
            <a:ext cx="88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 cm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908300"/>
            <a:ext cx="90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 cm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483100" y="26035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24700" y="10668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24700" y="1485900"/>
            <a:ext cx="43307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 the hypotenuse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124700" y="2832100"/>
            <a:ext cx="433070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two shorter sides meet at a right angle. They are 3 cm and 4 cm long. Use Pythagoras' theorem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62000"/>
            <a:ext cx="1071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FIGURE LABELS: SMALL, SMALL BOLD, HEADING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6600" y="1524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286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175000"/>
            <a:ext cx="1071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A⃗B⃗   x²   10⁻³   x₁   √3   √(x+1)   20π   40°   A′   B″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4572000"/>
            <a:ext cx="1071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Vector A⃗B⃗ and its reverse B⃗A⃗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Unicode figure labels</dc:title>
  <dc:subject/>
  <dc:creator>Teaching Journey</dc:creator>
  <cp:lastModifiedBy>Teaching Journey</cp:lastModifiedBy>
  <cp:revision>1</cp:revision>
  <dcterms:created xsi:type="dcterms:W3CDTF">2026-09-27T00:20:32Z</dcterms:created>
  <dcterms:modified xsi:type="dcterms:W3CDTF">2026-09-27T00:20:32Z</dcterms:modified>
</cp:coreProperties>
</file>