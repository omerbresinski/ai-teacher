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62000"/>
            <a:ext cx="1071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spc="144" kern="0" dirty="0">
                <a:solidFill>
                  <a:srgbClr val="4A4A46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FIGURE LABELS: SMALL, SMALL BOLD, HEADING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6600" y="1524000"/>
            <a:ext cx="1071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600" dirty="0">
                <a:solidFill>
                  <a:srgbClr val="0E0E0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A⃗B⃗   x²   10⁻³   x₁   √3   √(x+1)   20π   40°   A′   B″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6600" y="2286000"/>
            <a:ext cx="1071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600" b="1" dirty="0">
                <a:solidFill>
                  <a:srgbClr val="0E0E0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A⃗B⃗   x²   10⁻³   x₁   √3   √(x+1)   20π   40°   A′   B″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6600" y="3175000"/>
            <a:ext cx="107188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E0E0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A⃗B⃗   x²   10⁻³   x₁   √3   √(x+1)   20π   40°   A′   B″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6600" y="4572000"/>
            <a:ext cx="10718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E0E0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Vector A⃗B⃗ and its reverse B⃗A⃗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Unicode figure labels</dc:title>
  <dc:subject/>
  <dc:creator>Teaching Journey</dc:creator>
  <cp:lastModifiedBy>Teaching Journey</cp:lastModifiedBy>
  <cp:revision>1</cp:revision>
  <dcterms:created xsi:type="dcterms:W3CDTF">2026-09-27T00:20:33Z</dcterms:created>
  <dcterms:modified xsi:type="dcterms:W3CDTF">2026-09-27T00:20:33Z</dcterms:modified>
</cp:coreProperties>
</file>