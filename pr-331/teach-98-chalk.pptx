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9300" y="609600"/>
            <a:ext cx="3759200" cy="5016500"/>
          </a:xfrm>
          <a:custGeom>
            <a:avLst/>
            <a:gdLst/>
            <a:ahLst/>
            <a:cxnLst/>
            <a:rect l="l" t="t" r="r" b="b"/>
            <a:pathLst>
              <a:path w="3759200" h="5016500">
                <a:moveTo>
                  <a:pt x="0" y="5016500"/>
                </a:moveTo>
                <a:lnTo>
                  <a:pt x="3759200" y="50165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9300" y="532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3454400" y="5778500"/>
            <a:ext cx="9017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 cm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39800" y="2882900"/>
            <a:ext cx="927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 cm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051300" y="2578100"/>
            <a:ext cx="508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210300" y="1244600"/>
            <a:ext cx="524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0300" y="1676400"/>
            <a:ext cx="5245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Find the hypotenuse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210300" y="3022600"/>
            <a:ext cx="52451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two shorter sides meet at a right angle. They are 3 cm and 4 cm long. Use Pythagoras' theorem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609600"/>
            <a:ext cx="3759200" cy="5016500"/>
          </a:xfrm>
          <a:custGeom>
            <a:avLst/>
            <a:gdLst/>
            <a:ahLst/>
            <a:cxnLst/>
            <a:rect l="l" t="t" r="r" b="b"/>
            <a:pathLst>
              <a:path w="3759200" h="5016500">
                <a:moveTo>
                  <a:pt x="0" y="5016500"/>
                </a:moveTo>
                <a:lnTo>
                  <a:pt x="3759200" y="50165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476500" y="532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3911600" y="5778500"/>
            <a:ext cx="9017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 cm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882900"/>
            <a:ext cx="927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 cm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08500" y="2578100"/>
            <a:ext cx="508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24700" y="977900"/>
            <a:ext cx="433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24700" y="1409700"/>
            <a:ext cx="43307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Find the hypotenuse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124700" y="2755900"/>
            <a:ext cx="43307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two shorter sides meet at a right angle. They are 3 cm and 4 cm long. Use Pythagoras' theorem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62000"/>
            <a:ext cx="1071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FIGURE LABELS: SMALL, SMALL BOLD, HEADING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6600" y="1524000"/>
            <a:ext cx="1071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6600" y="2286000"/>
            <a:ext cx="1071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b="1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6600" y="3175000"/>
            <a:ext cx="1071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A⃗B⃗   x²   10⁻³   x₁   √3   √(x+1)   20π   40°   A′   B″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6600" y="4572000"/>
            <a:ext cx="1071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Vector A⃗B⃗ and its reverse B⃗A⃗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Unicode figure labels</dc:title>
  <dc:subject/>
  <dc:creator>Teaching Journey</dc:creator>
  <cp:lastModifiedBy>Teaching Journey</cp:lastModifiedBy>
  <cp:revision>1</cp:revision>
  <dcterms:created xsi:type="dcterms:W3CDTF">2026-09-27T00:20:26Z</dcterms:created>
  <dcterms:modified xsi:type="dcterms:W3CDTF">2026-09-27T00:20:26Z</dcterms:modified>
</cp:coreProperties>
</file>