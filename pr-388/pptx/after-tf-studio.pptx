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for hands up before revealing.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6600" y="736600"/>
            <a:ext cx="107188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b="1" spc="-72" kern="0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Particles in a solid do not move at all.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6600" y="2400300"/>
            <a:ext cx="5245100" cy="1778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D9E1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41400" y="3073400"/>
            <a:ext cx="431800" cy="431800"/>
          </a:xfrm>
          <a:prstGeom prst="roundRect">
            <a:avLst>
              <a:gd name="adj" fmla="val 29412"/>
            </a:avLst>
          </a:prstGeom>
          <a:solidFill>
            <a:srgbClr val="0B6E86">
              <a:alpha val="12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B6E8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✓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1714500" y="2400300"/>
            <a:ext cx="34036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100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True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6210300" y="2400300"/>
            <a:ext cx="5245100" cy="1778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D9E1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15100" y="3073400"/>
            <a:ext cx="431800" cy="431800"/>
          </a:xfrm>
          <a:prstGeom prst="roundRect">
            <a:avLst>
              <a:gd name="adj" fmla="val 29412"/>
            </a:avLst>
          </a:prstGeom>
          <a:solidFill>
            <a:srgbClr val="0B6E86">
              <a:alpha val="12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B6E8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✗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7188200" y="2400300"/>
            <a:ext cx="34036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100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False</a:t>
            </a:r>
            <a:endParaRPr lang="en-US" sz="3100" dirty="0"/>
          </a:p>
        </p:txBody>
      </p:sp>
      <p:sp>
        <p:nvSpPr>
          <p:cNvPr id="9" name="Shape 7"/>
          <p:cNvSpPr/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0B6E86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TEACH-226 true or false studio</dc:title>
  <dc:subject/>
  <dc:creator>DayBack</dc:creator>
  <cp:lastModifiedBy>DayBack</cp:lastModifiedBy>
  <cp:revision>1</cp:revision>
  <dcterms:created xsi:type="dcterms:W3CDTF">2026-10-02T20:50:22Z</dcterms:created>
  <dcterms:modified xsi:type="dcterms:W3CDTF">2026-10-02T20:50:22Z</dcterms:modified>
</cp:coreProperties>
</file>