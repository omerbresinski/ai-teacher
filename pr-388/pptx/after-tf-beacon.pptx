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hands up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736600"/>
            <a:ext cx="10718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E0E0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Particles in a solid do not move at all.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6600" y="2311400"/>
            <a:ext cx="5245100" cy="1778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1400" y="29845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0A46C8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46C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✓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714500" y="23114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0E0E0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True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210300" y="2311400"/>
            <a:ext cx="5245100" cy="1778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5100" y="29845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0A46C8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46C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✗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188200" y="23114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0E0E0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False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A46C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TEACH-226 true or false beacon</dc:title>
  <dc:subject/>
  <dc:creator>DayBack</dc:creator>
  <cp:lastModifiedBy>DayBack</cp:lastModifiedBy>
  <cp:revision>1</cp:revision>
  <dcterms:created xsi:type="dcterms:W3CDTF">2026-10-02T20:50:24Z</dcterms:created>
  <dcterms:modified xsi:type="dcterms:W3CDTF">2026-10-02T20:50:24Z</dcterms:modified>
</cp:coreProperties>
</file>