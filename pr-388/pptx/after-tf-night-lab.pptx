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hands up before revealing.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6600" y="736600"/>
            <a:ext cx="107188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72" kern="0" dirty="0">
                <a:solidFill>
                  <a:srgbClr val="ECEDE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Particles in a solid do not move at all.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6600" y="2400300"/>
            <a:ext cx="5245100" cy="1778000"/>
          </a:xfrm>
          <a:prstGeom prst="roundRect">
            <a:avLst>
              <a:gd name="adj" fmla="val 8571"/>
            </a:avLst>
          </a:prstGeom>
          <a:solidFill>
            <a:srgbClr val="1C1F25"/>
          </a:solidFill>
          <a:ln w="19050">
            <a:solidFill>
              <a:srgbClr val="2C31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1400" y="3073400"/>
            <a:ext cx="431800" cy="431800"/>
          </a:xfrm>
          <a:prstGeom prst="roundRect">
            <a:avLst>
              <a:gd name="adj" fmla="val 29412"/>
            </a:avLst>
          </a:prstGeom>
          <a:solidFill>
            <a:srgbClr val="F2B551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B55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✓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714500" y="2400300"/>
            <a:ext cx="34036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1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True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210300" y="2400300"/>
            <a:ext cx="5245100" cy="1778000"/>
          </a:xfrm>
          <a:prstGeom prst="roundRect">
            <a:avLst>
              <a:gd name="adj" fmla="val 8571"/>
            </a:avLst>
          </a:prstGeom>
          <a:solidFill>
            <a:srgbClr val="1C1F25"/>
          </a:solidFill>
          <a:ln w="19050">
            <a:solidFill>
              <a:srgbClr val="2C31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15100" y="3073400"/>
            <a:ext cx="431800" cy="431800"/>
          </a:xfrm>
          <a:prstGeom prst="roundRect">
            <a:avLst>
              <a:gd name="adj" fmla="val 29412"/>
            </a:avLst>
          </a:prstGeom>
          <a:solidFill>
            <a:srgbClr val="F2B551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B55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✗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188200" y="2400300"/>
            <a:ext cx="34036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1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False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2B55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TEACH-226 true or false night-lab</dc:title>
  <dc:subject/>
  <dc:creator>DayBack</dc:creator>
  <cp:lastModifiedBy>DayBack</cp:lastModifiedBy>
  <cp:revision>1</cp:revision>
  <dcterms:created xsi:type="dcterms:W3CDTF">2026-10-02T20:50:23Z</dcterms:created>
  <dcterms:modified xsi:type="dcterms:W3CDTF">2026-10-02T20:50:23Z</dcterms:modified>
</cp:coreProperties>
</file>