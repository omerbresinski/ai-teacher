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hands up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36600"/>
            <a:ext cx="1071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Particles in a solid do not move at all.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6600" y="2400300"/>
            <a:ext cx="5245100" cy="1778000"/>
          </a:xfrm>
          <a:prstGeom prst="roundRect">
            <a:avLst>
              <a:gd name="adj" fmla="val 10000"/>
            </a:avLst>
          </a:prstGeom>
          <a:solidFill>
            <a:srgbClr val="FFFBF0"/>
          </a:solidFill>
          <a:ln w="19050">
            <a:solidFill>
              <a:srgbClr val="E7DC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A94A18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4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7145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True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0300" y="2400300"/>
            <a:ext cx="5245100" cy="1778000"/>
          </a:xfrm>
          <a:prstGeom prst="roundRect">
            <a:avLst>
              <a:gd name="adj" fmla="val 10000"/>
            </a:avLst>
          </a:prstGeom>
          <a:solidFill>
            <a:srgbClr val="FFFBF0"/>
          </a:solidFill>
          <a:ln w="19050">
            <a:solidFill>
              <a:srgbClr val="E7D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51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A94A18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4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✗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882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False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A94A1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TEACH-226 true or false chalk</dc:title>
  <dc:subject/>
  <dc:creator>DayBack</dc:creator>
  <cp:lastModifiedBy>DayBack</cp:lastModifiedBy>
  <cp:revision>1</cp:revision>
  <dcterms:created xsi:type="dcterms:W3CDTF">2026-10-02T20:50:17Z</dcterms:created>
  <dcterms:modified xsi:type="dcterms:W3CDTF">2026-10-02T20:50:17Z</dcterms:modified>
</cp:coreProperties>
</file>