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400" b="1" spc="-34" kern="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Particles in a solid do not move at all.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 w="1905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1B3A8C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8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 w="19050">
            <a:solidFill>
              <a:srgbClr val="CF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1B3A8C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8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1B3A8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exam-hall</dc:title>
  <dc:subject/>
  <dc:creator>DayBack</dc:creator>
  <cp:lastModifiedBy>DayBack</cp:lastModifiedBy>
  <cp:revision>1</cp:revision>
  <dcterms:created xsi:type="dcterms:W3CDTF">2026-10-02T20:50:23Z</dcterms:created>
  <dcterms:modified xsi:type="dcterms:W3CDTF">2026-10-02T20:50:23Z</dcterms:modified>
</cp:coreProperties>
</file>