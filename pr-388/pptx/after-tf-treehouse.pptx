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hands up before revealing.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6600" y="736600"/>
            <a:ext cx="10718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600" b="1" spc="-36" kern="0" dirty="0">
                <a:solidFill>
                  <a:srgbClr val="245F28"/>
                </a:solidFill>
                <a:latin typeface="Literata" pitchFamily="34" charset="0"/>
                <a:ea typeface="Literata" pitchFamily="34" charset="-122"/>
                <a:cs typeface="Literata" pitchFamily="34" charset="-120"/>
              </a:rPr>
              <a:t>Particles in a solid do not move at all.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6600" y="2311400"/>
            <a:ext cx="5245100" cy="17780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CBE0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1400" y="2984500"/>
            <a:ext cx="431800" cy="431800"/>
          </a:xfrm>
          <a:prstGeom prst="roundRect">
            <a:avLst>
              <a:gd name="adj" fmla="val 29412"/>
            </a:avLst>
          </a:prstGeom>
          <a:solidFill>
            <a:srgbClr val="245F28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45F28"/>
                </a:solidFill>
                <a:latin typeface="Literata" pitchFamily="34" charset="0"/>
                <a:ea typeface="Literata" pitchFamily="34" charset="-122"/>
                <a:cs typeface="Literata" pitchFamily="34" charset="-120"/>
              </a:rPr>
              <a:t>✓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714500" y="2311400"/>
            <a:ext cx="3403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100" dirty="0">
                <a:solidFill>
                  <a:srgbClr val="1D291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True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210300" y="2311400"/>
            <a:ext cx="5245100" cy="17780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CBE0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15100" y="2984500"/>
            <a:ext cx="431800" cy="431800"/>
          </a:xfrm>
          <a:prstGeom prst="roundRect">
            <a:avLst>
              <a:gd name="adj" fmla="val 29412"/>
            </a:avLst>
          </a:prstGeom>
          <a:solidFill>
            <a:srgbClr val="245F28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45F28"/>
                </a:solidFill>
                <a:latin typeface="Literata" pitchFamily="34" charset="0"/>
                <a:ea typeface="Literata" pitchFamily="34" charset="-122"/>
                <a:cs typeface="Literata" pitchFamily="34" charset="-120"/>
              </a:rPr>
              <a:t>✗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188200" y="2311400"/>
            <a:ext cx="3403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100" dirty="0">
                <a:solidFill>
                  <a:srgbClr val="1D291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False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245F2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TEACH-226 true or false treehouse</dc:title>
  <dc:subject/>
  <dc:creator>DayBack</dc:creator>
  <cp:lastModifiedBy>DayBack</cp:lastModifiedBy>
  <cp:revision>1</cp:revision>
  <dcterms:created xsi:type="dcterms:W3CDTF">2026-10-02T20:50:20Z</dcterms:created>
  <dcterms:modified xsi:type="dcterms:W3CDTF">2026-10-02T20:50:20Z</dcterms:modified>
</cp:coreProperties>
</file>