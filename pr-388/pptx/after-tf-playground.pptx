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800" b="1" spc="-57" kern="0" dirty="0">
                <a:solidFill>
                  <a:srgbClr val="6532BE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Particles in a solid do not move at all.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6600" y="2311400"/>
            <a:ext cx="5245100" cy="1778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9050">
            <a:solidFill>
              <a:srgbClr val="F0D2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6532BE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32BE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311400"/>
            <a:ext cx="5245100" cy="1778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9050">
            <a:solidFill>
              <a:srgbClr val="F0D2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6532BE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32BE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6532B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playground</dc:title>
  <dc:subject/>
  <dc:creator>DayBack</dc:creator>
  <cp:lastModifiedBy>DayBack</cp:lastModifiedBy>
  <cp:revision>1</cp:revision>
  <dcterms:created xsi:type="dcterms:W3CDTF">2026-10-02T20:50:18Z</dcterms:created>
  <dcterms:modified xsi:type="dcterms:W3CDTF">2026-10-02T20:50:18Z</dcterms:modified>
</cp:coreProperties>
</file>