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500" b="1" spc="-18" kern="0" dirty="0">
                <a:solidFill>
                  <a:srgbClr val="1A52A8"/>
                </a:solidFill>
                <a:latin typeface="Playpen Sans" pitchFamily="34" charset="0"/>
                <a:ea typeface="Playpen Sans" pitchFamily="34" charset="-122"/>
                <a:cs typeface="Playpen Sans" pitchFamily="34" charset="-120"/>
              </a:rPr>
              <a:t>Particles in a solid do not move at all.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6600" y="2400300"/>
            <a:ext cx="524510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F5C9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A31F2E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31F2E"/>
                </a:solidFill>
                <a:latin typeface="Playpen Sans" pitchFamily="34" charset="0"/>
                <a:ea typeface="Playpen Sans" pitchFamily="34" charset="-122"/>
                <a:cs typeface="Playpen Sans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232120"/>
                </a:solidFill>
                <a:latin typeface="Playpen Sans" pitchFamily="34" charset="0"/>
                <a:ea typeface="Playpen Sans" pitchFamily="34" charset="-122"/>
                <a:cs typeface="Playpen Sans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400300"/>
            <a:ext cx="524510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F5C9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A31F2E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31F2E"/>
                </a:solidFill>
                <a:latin typeface="Playpen Sans" pitchFamily="34" charset="0"/>
                <a:ea typeface="Playpen Sans" pitchFamily="34" charset="-122"/>
                <a:cs typeface="Playpen Sans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232120"/>
                </a:solidFill>
                <a:latin typeface="Playpen Sans" pitchFamily="34" charset="0"/>
                <a:ea typeface="Playpen Sans" pitchFamily="34" charset="-122"/>
                <a:cs typeface="Playpen Sans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A31F2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crayon</dc:title>
  <dc:subject/>
  <dc:creator>DayBack</dc:creator>
  <cp:lastModifiedBy>DayBack</cp:lastModifiedBy>
  <cp:revision>1</cp:revision>
  <dcterms:created xsi:type="dcterms:W3CDTF">2026-10-02T20:50:19Z</dcterms:created>
  <dcterms:modified xsi:type="dcterms:W3CDTF">2026-10-02T20:50:19Z</dcterms:modified>
</cp:coreProperties>
</file>