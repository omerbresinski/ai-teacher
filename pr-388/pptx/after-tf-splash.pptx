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hands up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6600" y="736600"/>
            <a:ext cx="10718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0A5CA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Particles in a solid do not move at all.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6600" y="2311400"/>
            <a:ext cx="5245100" cy="17780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9050">
            <a:solidFill>
              <a:srgbClr val="BFE1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A5CA2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5CA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✓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7145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0252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True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0300" y="2311400"/>
            <a:ext cx="5245100" cy="1778000"/>
          </a:xfrm>
          <a:prstGeom prst="roundRect">
            <a:avLst>
              <a:gd name="adj" fmla="val 18571"/>
            </a:avLst>
          </a:prstGeom>
          <a:solidFill>
            <a:srgbClr val="FFFFFF"/>
          </a:solidFill>
          <a:ln w="19050">
            <a:solidFill>
              <a:srgbClr val="BFE1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5100" y="2984500"/>
            <a:ext cx="431800" cy="431800"/>
          </a:xfrm>
          <a:prstGeom prst="roundRect">
            <a:avLst>
              <a:gd name="adj" fmla="val 29412"/>
            </a:avLst>
          </a:prstGeom>
          <a:solidFill>
            <a:srgbClr val="0A5CA2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5CA2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✗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188200" y="2311400"/>
            <a:ext cx="34036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100" dirty="0">
                <a:solidFill>
                  <a:srgbClr val="10252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0A5CA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TEACH-226 true or false splash</dc:title>
  <dc:subject/>
  <dc:creator>DayBack</dc:creator>
  <cp:lastModifiedBy>DayBack</cp:lastModifiedBy>
  <cp:revision>1</cp:revision>
  <dcterms:created xsi:type="dcterms:W3CDTF">2026-10-02T20:50:20Z</dcterms:created>
  <dcterms:modified xsi:type="dcterms:W3CDTF">2026-10-02T20:50:20Z</dcterms:modified>
</cp:coreProperties>
</file>