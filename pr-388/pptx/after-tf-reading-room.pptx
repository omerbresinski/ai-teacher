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54" kern="0" dirty="0">
                <a:solidFill>
                  <a:srgbClr val="2220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Particles in a solid do not move at all.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6600" y="2400300"/>
            <a:ext cx="5245100" cy="1778000"/>
          </a:xfrm>
          <a:prstGeom prst="roundRect">
            <a:avLst>
              <a:gd name="adj" fmla="val 4286"/>
            </a:avLst>
          </a:prstGeom>
          <a:solidFill>
            <a:srgbClr val="FFFCF6"/>
          </a:solidFill>
          <a:ln w="19050">
            <a:solidFill>
              <a:srgbClr val="DDD3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2C5A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A4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2220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400300"/>
            <a:ext cx="5245100" cy="1778000"/>
          </a:xfrm>
          <a:prstGeom prst="roundRect">
            <a:avLst>
              <a:gd name="adj" fmla="val 4286"/>
            </a:avLst>
          </a:prstGeom>
          <a:solidFill>
            <a:srgbClr val="FFFCF6"/>
          </a:solidFill>
          <a:ln w="19050">
            <a:solidFill>
              <a:srgbClr val="DD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30734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2C5A4D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A4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4003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22201C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2C5A4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reading-room</dc:title>
  <dc:subject/>
  <dc:creator>DayBack</dc:creator>
  <cp:lastModifiedBy>DayBack</cp:lastModifiedBy>
  <cp:revision>1</cp:revision>
  <dcterms:created xsi:type="dcterms:W3CDTF">2026-10-02T20:50:21Z</dcterms:created>
  <dcterms:modified xsi:type="dcterms:W3CDTF">2026-10-02T20:50:21Z</dcterms:modified>
</cp:coreProperties>
</file>