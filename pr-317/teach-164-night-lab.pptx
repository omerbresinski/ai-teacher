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4575" y="5651500"/>
            <a:ext cx="3524250" cy="127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flipV="1">
            <a:off x="2333625" y="984250"/>
            <a:ext cx="127" cy="4686300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22195" y="988060"/>
            <a:ext cx="3509010" cy="4678680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33625" y="5346700"/>
            <a:ext cx="304800" cy="127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638425" y="5346700"/>
            <a:ext cx="127" cy="304800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3619500" y="58039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266825" y="309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131564" y="2867152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20000" y="11684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PYTHAGORAS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620000" y="1587500"/>
            <a:ext cx="3835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0" y="2933700"/>
            <a:ext cx="38354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a² + b² = c²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8670" y="5092700"/>
            <a:ext cx="1673860" cy="127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flipV="1">
            <a:off x="3347720" y="984250"/>
            <a:ext cx="127" cy="4127500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340645" y="985613"/>
            <a:ext cx="1649910" cy="4124775"/>
          </a:xfrm>
          <a:prstGeom prst="line">
            <a:avLst/>
          </a:pr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47720" y="4896409"/>
            <a:ext cx="196291" cy="127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544011" y="4896409"/>
            <a:ext cx="127" cy="196291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3708400" y="52451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7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819400"/>
            <a:ext cx="109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24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232149" y="2691181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8000" y="5854700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Not drawn to scale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620000" y="11684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PYTHAGORAS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0" y="1587500"/>
            <a:ext cx="38354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steep triangle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0" y="2933700"/>
            <a:ext cx="38354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7 and 24 are drawn closer than they are. Find x.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117600" y="596900"/>
            <a:ext cx="127" cy="50546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1117600" y="5651500"/>
            <a:ext cx="5943600" cy="12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 txBox="1"/>
          <p:nvPr/>
        </p:nvSpPr>
        <p:spPr>
          <a:xfrm rot="16200000">
            <a:off x="101600" y="29210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41550" y="5778500"/>
            <a:ext cx="374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74112" y="2305957"/>
            <a:ext cx="4124960" cy="127"/>
          </a:xfrm>
          <a:prstGeom prst="line">
            <a:avLst/>
          </a:prstGeom>
          <a:noFill/>
          <a:ln w="25400">
            <a:solidFill>
              <a:srgbClr val="99A0AB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20800" y="800100"/>
            <a:ext cx="5638800" cy="4216400"/>
          </a:xfrm>
          <a:custGeom>
            <a:avLst/>
            <a:gdLst/>
            <a:ahLst/>
            <a:cxnLst/>
            <a:rect l="l" t="t" r="r" b="b"/>
            <a:pathLst>
              <a:path w="5638800" h="4216400">
                <a:moveTo>
                  <a:pt x="0" y="1505857"/>
                </a:moveTo>
                <a:cubicBezTo>
                  <a:pt x="451104" y="1505857"/>
                  <a:pt x="902208" y="1505857"/>
                  <a:pt x="1353312" y="1505857"/>
                </a:cubicBezTo>
                <a:cubicBezTo>
                  <a:pt x="1748028" y="1505857"/>
                  <a:pt x="2142744" y="0"/>
                  <a:pt x="2537460" y="0"/>
                </a:cubicBezTo>
                <a:cubicBezTo>
                  <a:pt x="2932176" y="0"/>
                  <a:pt x="3326892" y="4216400"/>
                  <a:pt x="3721608" y="4216400"/>
                </a:cubicBezTo>
                <a:cubicBezTo>
                  <a:pt x="4360672" y="4216400"/>
                  <a:pt x="4999736" y="4216400"/>
                  <a:pt x="5638800" y="4216400"/>
                </a:cubicBezTo>
              </a:path>
            </a:pathLst>
          </a:custGeom>
          <a:noFill/>
          <a:ln w="50800">
            <a:solidFill>
              <a:srgbClr val="F2B55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3858260" y="800100"/>
            <a:ext cx="127" cy="150585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97860" y="1700893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621272" y="2305957"/>
            <a:ext cx="127" cy="2710543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60872" y="3432629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ΔH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20800" y="2432957"/>
            <a:ext cx="180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Reactants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5143500"/>
            <a:ext cx="162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Products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0" y="11684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 CHANGES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0" y="1587500"/>
            <a:ext cx="3835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exothermic reaction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0" y="2933700"/>
            <a:ext cx="38354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products have less energy than the reactants.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117600" y="596900"/>
            <a:ext cx="127" cy="50546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1117600" y="5651500"/>
            <a:ext cx="5943600" cy="12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 txBox="1"/>
          <p:nvPr/>
        </p:nvSpPr>
        <p:spPr>
          <a:xfrm rot="16200000">
            <a:off x="101600" y="29210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41550" y="5778500"/>
            <a:ext cx="374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74112" y="5016500"/>
            <a:ext cx="4124960" cy="127"/>
          </a:xfrm>
          <a:prstGeom prst="line">
            <a:avLst/>
          </a:prstGeom>
          <a:noFill/>
          <a:ln w="25400">
            <a:solidFill>
              <a:srgbClr val="99A0AB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20800" y="800100"/>
            <a:ext cx="5638800" cy="4216400"/>
          </a:xfrm>
          <a:custGeom>
            <a:avLst/>
            <a:gdLst/>
            <a:ahLst/>
            <a:cxnLst/>
            <a:rect l="l" t="t" r="r" b="b"/>
            <a:pathLst>
              <a:path w="5638800" h="4216400">
                <a:moveTo>
                  <a:pt x="0" y="4216400"/>
                </a:moveTo>
                <a:cubicBezTo>
                  <a:pt x="451104" y="4216400"/>
                  <a:pt x="902208" y="4216400"/>
                  <a:pt x="1353312" y="4216400"/>
                </a:cubicBezTo>
                <a:cubicBezTo>
                  <a:pt x="1748028" y="4216400"/>
                  <a:pt x="2142744" y="0"/>
                  <a:pt x="2537460" y="0"/>
                </a:cubicBezTo>
                <a:cubicBezTo>
                  <a:pt x="2932176" y="0"/>
                  <a:pt x="3326892" y="2810933"/>
                  <a:pt x="3721608" y="2810933"/>
                </a:cubicBezTo>
                <a:cubicBezTo>
                  <a:pt x="4360672" y="2810933"/>
                  <a:pt x="4999736" y="2810933"/>
                  <a:pt x="5638800" y="2810933"/>
                </a:cubicBezTo>
              </a:path>
            </a:pathLst>
          </a:custGeom>
          <a:noFill/>
          <a:ln w="50800">
            <a:solidFill>
              <a:srgbClr val="F2B55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3858260" y="800100"/>
            <a:ext cx="127" cy="42164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97860" y="37338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 flipV="1">
            <a:off x="6621272" y="3611033"/>
            <a:ext cx="127" cy="140546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60872" y="4085167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ΔH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20800" y="5143500"/>
            <a:ext cx="180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Reactants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3026833"/>
            <a:ext cx="162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Products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0" y="11684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 CHANGES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0" y="1587500"/>
            <a:ext cx="3835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endothermic reaction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0" y="2933700"/>
            <a:ext cx="38354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products have more energy than the reactants.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spike</dc:title>
  <dc:subject/>
  <dc:creator>Teaching Journey</dc:creator>
  <cp:lastModifiedBy>Teaching Journey</cp:lastModifiedBy>
  <cp:revision>1</cp:revision>
  <dcterms:created xsi:type="dcterms:W3CDTF">2026-09-26T12:03:25Z</dcterms:created>
  <dcterms:modified xsi:type="dcterms:W3CDTF">2026-09-26T12:03:25Z</dcterms:modified>
</cp:coreProperties>
</file>