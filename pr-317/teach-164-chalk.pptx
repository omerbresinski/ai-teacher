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33625" y="5626100"/>
            <a:ext cx="3486150" cy="127"/>
          </a:xfrm>
          <a:prstGeom prst="line">
            <a:avLst/>
          </a:prstGeom>
          <a:noFill/>
          <a:ln w="381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 flipV="1">
            <a:off x="2352675" y="1009650"/>
            <a:ext cx="127" cy="4635500"/>
          </a:xfrm>
          <a:prstGeom prst="line">
            <a:avLst/>
          </a:prstGeom>
          <a:noFill/>
          <a:ln w="381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341245" y="1013460"/>
            <a:ext cx="3470910" cy="4627880"/>
          </a:xfrm>
          <a:prstGeom prst="line">
            <a:avLst/>
          </a:prstGeom>
          <a:noFill/>
          <a:ln w="381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2352675" y="5321300"/>
            <a:ext cx="304800" cy="127"/>
          </a:xfrm>
          <a:prstGeom prst="line">
            <a:avLst/>
          </a:pr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657475" y="5321300"/>
            <a:ext cx="127" cy="304800"/>
          </a:xfrm>
          <a:prstGeom prst="line">
            <a:avLst/>
          </a:pr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3619500" y="5778500"/>
            <a:ext cx="914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3 cm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285875" y="3086100"/>
            <a:ext cx="914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4 cm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137660" y="2849880"/>
            <a:ext cx="508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x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620000" y="1117600"/>
            <a:ext cx="383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PYTHAGORAS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620000" y="1549400"/>
            <a:ext cx="38354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Find the hypotenuse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620000" y="2895600"/>
            <a:ext cx="3835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Use a² + b² = c² to find x.</a:t>
            </a:r>
            <a:endParaRPr lang="en-US" sz="2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3910" y="5041900"/>
            <a:ext cx="1643380" cy="127"/>
          </a:xfrm>
          <a:prstGeom prst="line">
            <a:avLst/>
          </a:prstGeom>
          <a:noFill/>
          <a:ln w="381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 flipV="1">
            <a:off x="3362960" y="1009650"/>
            <a:ext cx="127" cy="4051300"/>
          </a:xfrm>
          <a:prstGeom prst="line">
            <a:avLst/>
          </a:prstGeom>
          <a:noFill/>
          <a:ln w="381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3355885" y="1011013"/>
            <a:ext cx="1619430" cy="4048575"/>
          </a:xfrm>
          <a:prstGeom prst="line">
            <a:avLst/>
          </a:prstGeom>
          <a:noFill/>
          <a:ln w="381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3362960" y="4849266"/>
            <a:ext cx="192634" cy="127"/>
          </a:xfrm>
          <a:prstGeom prst="line">
            <a:avLst/>
          </a:pr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3555594" y="4849266"/>
            <a:ext cx="127" cy="192634"/>
          </a:xfrm>
          <a:prstGeom prst="line">
            <a:avLst/>
          </a:prstGeom>
          <a:noFill/>
          <a:ln w="25400">
            <a:solidFill>
              <a:srgbClr val="2C2A24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3708400" y="5194300"/>
            <a:ext cx="914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7 cm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118360" y="2794000"/>
            <a:ext cx="10922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24 cm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236528" y="2664029"/>
            <a:ext cx="508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x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08000" y="5829300"/>
            <a:ext cx="33909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Not drawn to scale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620000" y="1117600"/>
            <a:ext cx="383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PYTHAGORAS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620000" y="1549400"/>
            <a:ext cx="38354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 steep triangle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7620000" y="2895600"/>
            <a:ext cx="3835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7 and 24 are drawn closer than they are. Find x.</a:t>
            </a:r>
            <a:endParaRPr lang="en-US" sz="2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143000" y="596900"/>
            <a:ext cx="127" cy="5029200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1143000" y="5626100"/>
            <a:ext cx="5918200" cy="127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4" name="Text 2"/>
          <p:cNvSpPr txBox="1"/>
          <p:nvPr/>
        </p:nvSpPr>
        <p:spPr>
          <a:xfrm rot="16200000">
            <a:off x="114300" y="2895600"/>
            <a:ext cx="1270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Energy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254250" y="5753100"/>
            <a:ext cx="3746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Progress of reaction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693416" y="2287814"/>
            <a:ext cx="4107180" cy="127"/>
          </a:xfrm>
          <a:prstGeom prst="line">
            <a:avLst/>
          </a:prstGeom>
          <a:noFill/>
          <a:ln w="25400">
            <a:solidFill>
              <a:srgbClr val="6E6656"/>
            </a:solidFill>
            <a:prstDash val="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346200" y="800100"/>
            <a:ext cx="5613400" cy="4165600"/>
          </a:xfrm>
          <a:custGeom>
            <a:avLst/>
            <a:gdLst/>
            <a:ahLst/>
            <a:cxnLst/>
            <a:rect l="l" t="t" r="r" b="b"/>
            <a:pathLst>
              <a:path w="5613400" h="4165600">
                <a:moveTo>
                  <a:pt x="0" y="1487714"/>
                </a:moveTo>
                <a:cubicBezTo>
                  <a:pt x="449072" y="1487714"/>
                  <a:pt x="898144" y="1487714"/>
                  <a:pt x="1347216" y="1487714"/>
                </a:cubicBezTo>
                <a:cubicBezTo>
                  <a:pt x="1740154" y="1487714"/>
                  <a:pt x="2133092" y="0"/>
                  <a:pt x="2526030" y="0"/>
                </a:cubicBezTo>
                <a:cubicBezTo>
                  <a:pt x="2918968" y="0"/>
                  <a:pt x="3311906" y="4165600"/>
                  <a:pt x="3704844" y="4165600"/>
                </a:cubicBezTo>
                <a:cubicBezTo>
                  <a:pt x="4341029" y="4165600"/>
                  <a:pt x="4977215" y="4165600"/>
                  <a:pt x="5613400" y="4165600"/>
                </a:cubicBezTo>
              </a:path>
            </a:pathLst>
          </a:custGeom>
          <a:noFill/>
          <a:ln w="50800">
            <a:solidFill>
              <a:srgbClr val="A94A18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3872230" y="800100"/>
            <a:ext cx="127" cy="1487714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211830" y="1674586"/>
            <a:ext cx="558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622796" y="2287814"/>
            <a:ext cx="127" cy="2677886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962396" y="3385457"/>
            <a:ext cx="558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ΔH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346200" y="2414814"/>
            <a:ext cx="1803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Reactants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334000" y="5092700"/>
            <a:ext cx="16256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Products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620000" y="1117600"/>
            <a:ext cx="383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ENERGY CHANGES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620000" y="1549400"/>
            <a:ext cx="38354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 exothermic reaction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7620000" y="2895600"/>
            <a:ext cx="3835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products have less energy than the reactants.</a:t>
            </a:r>
            <a:endParaRPr lang="en-US" sz="2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4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143000" y="596900"/>
            <a:ext cx="127" cy="5029200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3" name="Shape 1"/>
          <p:cNvSpPr/>
          <p:nvPr/>
        </p:nvSpPr>
        <p:spPr>
          <a:xfrm>
            <a:off x="1143000" y="5626100"/>
            <a:ext cx="5918200" cy="127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4" name="Text 2"/>
          <p:cNvSpPr txBox="1"/>
          <p:nvPr/>
        </p:nvSpPr>
        <p:spPr>
          <a:xfrm rot="16200000">
            <a:off x="114300" y="2895600"/>
            <a:ext cx="12700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Energy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2254250" y="5753100"/>
            <a:ext cx="37465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Progress of reaction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693416" y="4965700"/>
            <a:ext cx="4107180" cy="127"/>
          </a:xfrm>
          <a:prstGeom prst="line">
            <a:avLst/>
          </a:prstGeom>
          <a:noFill/>
          <a:ln w="25400">
            <a:solidFill>
              <a:srgbClr val="6E6656"/>
            </a:solidFill>
            <a:prstDash val="dash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346200" y="800100"/>
            <a:ext cx="5613400" cy="4165600"/>
          </a:xfrm>
          <a:custGeom>
            <a:avLst/>
            <a:gdLst/>
            <a:ahLst/>
            <a:cxnLst/>
            <a:rect l="l" t="t" r="r" b="b"/>
            <a:pathLst>
              <a:path w="5613400" h="4165600">
                <a:moveTo>
                  <a:pt x="0" y="4165600"/>
                </a:moveTo>
                <a:cubicBezTo>
                  <a:pt x="449072" y="4165600"/>
                  <a:pt x="898144" y="4165600"/>
                  <a:pt x="1347216" y="4165600"/>
                </a:cubicBezTo>
                <a:cubicBezTo>
                  <a:pt x="1740154" y="4165600"/>
                  <a:pt x="2133092" y="0"/>
                  <a:pt x="2526030" y="0"/>
                </a:cubicBezTo>
                <a:cubicBezTo>
                  <a:pt x="2918968" y="0"/>
                  <a:pt x="3311906" y="2777067"/>
                  <a:pt x="3704844" y="2777067"/>
                </a:cubicBezTo>
                <a:cubicBezTo>
                  <a:pt x="4341029" y="2777067"/>
                  <a:pt x="4977215" y="2777067"/>
                  <a:pt x="5613400" y="2777067"/>
                </a:cubicBezTo>
              </a:path>
            </a:pathLst>
          </a:custGeom>
          <a:noFill/>
          <a:ln w="50800">
            <a:solidFill>
              <a:srgbClr val="A94A18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3872230" y="800100"/>
            <a:ext cx="127" cy="4165600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3211830" y="3683000"/>
            <a:ext cx="558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 flipV="1">
            <a:off x="6622796" y="3577167"/>
            <a:ext cx="127" cy="1388533"/>
          </a:xfrm>
          <a:prstGeom prst="line">
            <a:avLst/>
          </a:prstGeom>
          <a:noFill/>
          <a:ln w="31750">
            <a:solidFill>
              <a:srgbClr val="2C2A24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5962396" y="4030133"/>
            <a:ext cx="5588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ΔH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346200" y="5092700"/>
            <a:ext cx="18034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Reactants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334000" y="2967567"/>
            <a:ext cx="16256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r" indent="0" marL="0">
              <a:lnSpc>
                <a:spcPct val="155000"/>
              </a:lnSpc>
              <a:buNone/>
            </a:pPr>
            <a:r>
              <a:rPr lang="en-US" sz="24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Products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620000" y="1117600"/>
            <a:ext cx="383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spc="136" kern="0" dirty="0">
                <a:solidFill>
                  <a:srgbClr val="6E6656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ENERGY CHANGES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620000" y="1549400"/>
            <a:ext cx="38354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spc="-36" kern="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 endothermic reaction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7620000" y="2895600"/>
            <a:ext cx="38354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2900" dirty="0">
                <a:solidFill>
                  <a:srgbClr val="2C2A2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products have more energy than the reactants.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Figures spike</dc:title>
  <dc:subject/>
  <dc:creator>Teaching Journey</dc:creator>
  <cp:lastModifiedBy>Teaching Journey</cp:lastModifiedBy>
  <cp:revision>1</cp:revision>
  <dcterms:created xsi:type="dcterms:W3CDTF">2026-09-26T12:03:18Z</dcterms:created>
  <dcterms:modified xsi:type="dcterms:W3CDTF">2026-09-26T12:03:18Z</dcterms:modified>
</cp:coreProperties>
</file>