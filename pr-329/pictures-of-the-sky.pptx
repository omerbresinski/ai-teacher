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exels.com/@ada" TargetMode="External"/><Relationship Id="rId2" Type="http://schemas.openxmlformats.org/officeDocument/2006/relationships/hyperlink" Target="https://www.pexels.com/photo/1001/" TargetMode="External"/><Relationship Id="rId3" Type="http://schemas.openxmlformats.org/officeDocument/2006/relationships/hyperlink" Target="https://www.pexels.com/@bob" TargetMode="External"/><Relationship Id="rId4" Type="http://schemas.openxmlformats.org/officeDocument/2006/relationships/hyperlink" Target="https://www.pexels.com/photo/1002/" TargetMode="External"/><Relationship Id="rId5" Type="http://schemas.openxmlformats.org/officeDocument/2006/relationships/hyperlink" Target="https://openverse.org/x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584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Clouds</a:t>
            </a:r>
            <a:endParaRPr lang="en-US" sz="2900" dirty="0"/>
          </a:p>
        </p:txBody>
      </p:sp>
      <p:pic>
        <p:nvPicPr>
          <p:cNvPr id="3" name="Image 0" descr="Picture 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12000" y="1905000"/>
            <a:ext cx="4064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Rain</a:t>
            </a:r>
            <a:endParaRPr lang="en-US" sz="2900" dirty="0"/>
          </a:p>
        </p:txBody>
      </p:sp>
      <p:pic>
        <p:nvPicPr>
          <p:cNvPr id="3" name="Image 0" descr="Picture 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0" y="1524000"/>
            <a:ext cx="2540000" cy="1905000"/>
          </a:xfrm>
          <a:prstGeom prst="rect">
            <a:avLst/>
          </a:prstGeom>
        </p:spPr>
      </p:pic>
      <p:pic>
        <p:nvPicPr>
          <p:cNvPr id="4" name="Image 1" descr="Picture a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90000" y="3810000"/>
            <a:ext cx="2540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Sky</a:t>
            </a:r>
            <a:endParaRPr lang="en-US" sz="2900" dirty="0"/>
          </a:p>
        </p:txBody>
      </p:sp>
      <p:pic>
        <p:nvPicPr>
          <p:cNvPr id="3" name="Image 0" descr="Picture 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12000" y="1905000"/>
            <a:ext cx="4064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Sun</a:t>
            </a:r>
            <a:endParaRPr lang="en-US" sz="2900" dirty="0"/>
          </a:p>
        </p:txBody>
      </p:sp>
      <p:pic>
        <p:nvPicPr>
          <p:cNvPr id="3" name="Image 0" descr="Picture 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12000" y="1905000"/>
            <a:ext cx="4064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56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Image credits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554480"/>
            <a:ext cx="10566400" cy="4592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Photo by </a:t>
            </a:r>
            <a:pPr indent="0" marL="0">
              <a:lnSpc>
                <a:spcPct val="130000"/>
              </a:lnSpc>
              <a:buNone/>
            </a:pPr>
            <a:r>
              <a:rPr lang="en-US" sz="2000" u="sng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  <a:hlinkClick r:id="rId1" invalidUrl="" action="" tgtFrame="" tooltip="https://www.pexels.com/@ad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on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2000" u="sng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  <a:hlinkClick r:id="rId2" invalidUrl="" action="" tgtFrame="" tooltip="https://www.pexels.com/photo/1001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Pexels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Photo by </a:t>
            </a:r>
            <a:pPr indent="0" marL="0">
              <a:lnSpc>
                <a:spcPct val="130000"/>
              </a:lnSpc>
              <a:buNone/>
            </a:pPr>
            <a:r>
              <a:rPr lang="en-US" sz="2000" u="sng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  <a:hlinkClick r:id="rId3" invalidUrl="" action="" tgtFrame="" tooltip="https://www.pexels.com/@bo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Bob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on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2000" u="sng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  <a:hlinkClick r:id="rId4" invalidUrl="" action="" tgtFrame="" tooltip="https://www.pexels.com/photo/1002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Pexels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Sky by Cy, CC BY 2.0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2000" u="sng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  <a:hlinkClick r:id="rId5" invalidUrl="" action="" tgtFrame="" tooltip="https://openverse.org/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the original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Pictures of the sky</dc:title>
  <dc:subject>Science</dc:subject>
  <dc:creator>Teaching Journey</dc:creator>
  <cp:lastModifiedBy>Teaching Journey</cp:lastModifiedBy>
  <cp:revision>1</cp:revision>
  <dcterms:created xsi:type="dcterms:W3CDTF">2026-09-26T23:03:46Z</dcterms:created>
  <dcterms:modified xsi:type="dcterms:W3CDTF">2026-09-26T23:03:46Z</dcterms:modified>
</cp:coreProperties>
</file>